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0A5FA"/>
                </a:solidFill>
              </a:defRPr>
            </a:pPr>
            <a:r>
              <a:t>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4A3B8"/>
                </a:solidFill>
              </a:defRPr>
            </a:pPr>
            <a:r>
              <a:t>Subtitle or Author 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657600"/>
            <a:ext cx="4876495" cy="4572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1F5F9"/>
                </a:solidFill>
              </a:defRPr>
            </a:pPr>
            <a:r>
              <a:t>Content goes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