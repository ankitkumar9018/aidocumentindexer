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D9488"/>
                </a:solidFill>
              </a:defRPr>
            </a:pPr>
            <a:r>
              <a:t>Presentation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4B8A6"/>
                </a:solidFill>
              </a:defRPr>
            </a:pPr>
            <a:r>
              <a:t>Subtitle or Author 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657600"/>
            <a:ext cx="48764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34E4A"/>
                </a:solidFill>
              </a:defRPr>
            </a:pPr>
            <a:r>
              <a:t>Content goes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