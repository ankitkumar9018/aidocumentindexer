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7C3AED"/>
                </a:solidFill>
              </a:defRPr>
            </a:pPr>
            <a:r>
              <a:t>Presentation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B7280"/>
                </a:solidFill>
              </a:defRPr>
            </a:pPr>
            <a:r>
              <a:t>Subtitle or Author Name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3657600"/>
            <a:ext cx="4876495" cy="4572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Section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F2937"/>
                </a:solidFill>
              </a:defRPr>
            </a:pPr>
            <a:r>
              <a:t>Content goes here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