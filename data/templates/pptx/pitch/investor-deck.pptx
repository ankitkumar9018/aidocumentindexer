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766E"/>
                </a:solidFill>
              </a:defRPr>
            </a:pPr>
            <a: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</a:defRPr>
            </a:pPr>
            <a:r>
              <a:t>Subtitle or Author 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76495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Content goes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